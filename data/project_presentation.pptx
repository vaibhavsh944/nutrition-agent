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a588ad9d3e04b6a" /><Relationship Type="http://schemas.openxmlformats.org/package/2006/relationships/metadata/core-properties" Target="/docProps/core.xml" Id="R30fa4c00f7a34fe5" /><Relationship Type="http://schemas.openxmlformats.org/officeDocument/2006/relationships/extended-properties" Target="/docProps/app.xml" Id="Rd746d4a517744b4d" /><Relationship Type="http://schemas.openxmlformats.org/officeDocument/2006/relationships/custom-properties" Target="/docProps/custom.xml" Id="Rf15e070aaa8943b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21eaf6c9ab240ed"/>
  </p:notesMasterIdLst>
  <p:sldIdLst>
    <p:sldId id="256" r:id="Rc4fbba2f609b43af"/>
    <p:sldId id="257" r:id="R8db3019253f14f82"/>
    <p:sldId id="258" r:id="R03e1ea62bce64955"/>
    <p:sldId id="259" r:id="R4a53433e685c4e6a"/>
    <p:sldId id="260" r:id="Rb6b9f50033a141c9"/>
    <p:sldId id="261" r:id="R9916193f18254bd6"/>
    <p:sldId id="262" r:id="Ra474e49a803547a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4fbba2f609b43af" /><Relationship Type="http://schemas.openxmlformats.org/officeDocument/2006/relationships/notesMaster" Target="/ppt/notesMasters/notesMaster1.xml" Id="Rc21eaf6c9ab240ed" /><Relationship Type="http://schemas.openxmlformats.org/officeDocument/2006/relationships/slide" Target="/ppt/slides/slide2.xml" Id="R8db3019253f14f82" /><Relationship Type="http://schemas.openxmlformats.org/officeDocument/2006/relationships/slide" Target="/ppt/slides/slide3.xml" Id="R03e1ea62bce64955" /><Relationship Type="http://schemas.openxmlformats.org/officeDocument/2006/relationships/slide" Target="/ppt/slides/slide4.xml" Id="R4a53433e685c4e6a" /><Relationship Type="http://schemas.openxmlformats.org/officeDocument/2006/relationships/slide" Target="/ppt/slides/slide5.xml" Id="Rb6b9f50033a141c9" /><Relationship Type="http://schemas.openxmlformats.org/officeDocument/2006/relationships/slide" Target="/ppt/slides/slide6.xml" Id="R9916193f18254bd6" /><Relationship Type="http://schemas.openxmlformats.org/officeDocument/2006/relationships/slide" Target="/ppt/slides/slide7.xml" Id="Ra474e49a803547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ba807d1f10490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8bb78705e6e4294" /><Relationship Type="http://schemas.openxmlformats.org/officeDocument/2006/relationships/slide" Target="/ppt/slides/slide1.xml" Id="R39b7adcc740d4a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bb601eecbd7480f" /><Relationship Type="http://schemas.openxmlformats.org/officeDocument/2006/relationships/slide" Target="/ppt/slides/slide2.xml" Id="R7253976536e640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ff8ee84287436c" /><Relationship Type="http://schemas.openxmlformats.org/officeDocument/2006/relationships/slide" Target="/ppt/slides/slide3.xml" Id="R104bcc72129943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6e7d448fc994171" /><Relationship Type="http://schemas.openxmlformats.org/officeDocument/2006/relationships/slide" Target="/ppt/slides/slide4.xml" Id="Rde3c6e56890143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37d22534ff4502" /><Relationship Type="http://schemas.openxmlformats.org/officeDocument/2006/relationships/slide" Target="/ppt/slides/slide5.xml" Id="R324d6d3381fc49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2ad0fcea1045b9" /><Relationship Type="http://schemas.openxmlformats.org/officeDocument/2006/relationships/slide" Target="/ppt/slides/slide6.xml" Id="R7b32cf8dc42844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59e2002a82d4ab9" /><Relationship Type="http://schemas.openxmlformats.org/officeDocument/2006/relationships/slide" Target="/ppt/slides/slide7.xml" Id="R480cf2f471f145b6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IBM Hackathon 2025 Nutrition Agent project using GROQ LLM and USDA API.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core problem: nutrition information is scattered and not personalized.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Multi-agent architecture with an orchestrator routing user queries to specialized agents.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6 objective features implemented: personalization, RAG, tracking, preventive health, multi-agent, visualization.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Technology stack: GROQ for LLM inference, USDA for verified nutrition data, Python multi-agent pattern.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Demo flow showing the 5-step user journey through the nutrition agent system.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 slide. Replace GitHub URL with actual repository URL.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850adcfb048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6d22234224e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2c7be7ee44b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d80dc219048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c08d44caa4f2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8f3c450811b47a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857ca34114678" /><Relationship Type="http://schemas.openxmlformats.org/officeDocument/2006/relationships/notesSlide" Target="/ppt/notesSlides/notesSlide1.xml" Id="R80b62178b99a40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aca81110c4932" /><Relationship Type="http://schemas.openxmlformats.org/officeDocument/2006/relationships/notesSlide" Target="/ppt/notesSlides/notesSlide2.xml" Id="R157a649ceb724f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2d96717b247aa" /><Relationship Type="http://schemas.openxmlformats.org/officeDocument/2006/relationships/notesSlide" Target="/ppt/notesSlides/notesSlide3.xml" Id="Rf08b7eca71c64a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db84dffe34a91" /><Relationship Type="http://schemas.openxmlformats.org/officeDocument/2006/relationships/notesSlide" Target="/ppt/notesSlides/notesSlide4.xml" Id="R34857939c44845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bc721ed3441ad" /><Relationship Type="http://schemas.openxmlformats.org/officeDocument/2006/relationships/notesSlide" Target="/ppt/notesSlides/notesSlide5.xml" Id="R0c7c7d0e03204c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584313064428f" /><Relationship Type="http://schemas.openxmlformats.org/officeDocument/2006/relationships/notesSlide" Target="/ppt/notesSlides/notesSlide6.xml" Id="Re40642863ffc49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dda60478a4574" /><Relationship Type="http://schemas.openxmlformats.org/officeDocument/2006/relationships/notesSlide" Target="/ppt/notesSlides/notesSlide7.xml" Id="R6313eee71b9b4954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B4332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"/>
          <p:cNvSpPr txBox="1"/>
          <p:nvPr/>
        </p:nvSpPr>
        <p:spPr>
          <a:xfrm xmlns:a="http://schemas.openxmlformats.org/drawingml/2006/main">
            <a:off x="360000" y="1080000"/>
            <a:ext cx="1116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800" b="1">
                <a:solidFill>
                  <a:srgbClr val="FFFFFF"/>
                </a:solidFill>
              </a:rPr>
              <a:t>🥗 AI-Powered Nutrition Agent</a:t>
            </a:r>
          </a:p>
        </p:txBody>
      </p:sp>
      <p:sp>
        <p:nvSpPr>
          <p:cNvPr id="100001" name="Subtitle"/>
          <p:cNvSpPr txBox="1"/>
          <p:nvPr/>
        </p:nvSpPr>
        <p:spPr>
          <a:xfrm xmlns:a="http://schemas.openxmlformats.org/drawingml/2006/main">
            <a:off x="720000" y="2340000"/>
            <a:ext cx="104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A7F3D0"/>
                </a:solidFill>
              </a:rPr>
              <a:t>IBM Hackathon 2025 — Problem Statement #1</a:t>
            </a:r>
          </a:p>
          <a:p xmlns:a="http://schemas.openxmlformats.org/drawingml/2006/main">
            <a:pPr algn="ctr"/>
            <a:r>
              <a:rPr lang="en-US" sz="2000">
                <a:solidFill>
                  <a:srgbClr val="A7F3D0"/>
                </a:solidFill>
              </a:rPr>
              <a:t>Multi-Agent AI System for Personalized Nutrition</a:t>
            </a:r>
          </a:p>
        </p:txBody>
      </p:sp>
      <p:sp>
        <p:nvSpPr>
          <p:cNvPr id="100002" name="Tech"/>
          <p:cNvSpPr txBox="1"/>
          <p:nvPr/>
        </p:nvSpPr>
        <p:spPr>
          <a:xfrm xmlns:a="http://schemas.openxmlformats.org/drawingml/2006/main">
            <a:off x="720000" y="5040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E7B7"/>
                </a:solidFill>
              </a:rPr>
              <a:t>Powered by: GROQ (openai/gpt-oss-20b) | USDA FoodData Central | Whisper STT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1B4332"/>
                </a:solidFill>
              </a:rPr>
              <a:t>Problem Statement</a:t>
            </a:r>
          </a:p>
        </p:txBody>
      </p:sp>
      <p:sp>
        <p:nvSpPr>
          <p:cNvPr id="100004" name="ProblemBox"/>
          <p:cNvSpPr txBox="1"/>
          <p:nvPr/>
        </p:nvSpPr>
        <p:spPr>
          <a:xfrm xmlns:a="http://schemas.openxmlformats.org/drawingml/2006/main">
            <a:off x="360000" y="900000"/>
            <a:ext cx="11160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200">
              <a:solidFill>
                <a:srgbClr val="1B4332"/>
              </a:solidFill>
            </a:endParaRPr>
          </a:p>
        </p:txBody>
      </p:sp>
      <p:sp>
        <p:nvSpPr>
          <p:cNvPr id="100005" name="Problem"/>
          <p:cNvSpPr txBox="1"/>
          <p:nvPr/>
        </p:nvSpPr>
        <p:spPr>
          <a:xfrm xmlns:a="http://schemas.openxmlformats.org/drawingml/2006/main">
            <a:off x="360000" y="1080000"/>
            <a:ext cx="1116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Good nutrition is the foundation of health, but individuals struggle with: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Diet planning and personalized guidance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Tracking nutritional intake across multiple sources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Managing chronic diseases through proper nutrition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Accessing reliable, real-time food information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• Making informed food choices for entire families</a:t>
            </a:r>
          </a:p>
        </p:txBody>
      </p:sp>
      <p:sp>
        <p:nvSpPr>
          <p:cNvPr id="100006" name="Impact"/>
          <p:cNvSpPr txBox="1"/>
          <p:nvPr/>
        </p:nvSpPr>
        <p:spPr>
          <a:xfrm xmlns:a="http://schemas.openxmlformats.org/drawingml/2006/main">
            <a:off x="360000" y="4320000"/>
            <a:ext cx="111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📊 Impact: 2.8 billion people globally are affected by poor nutrition (WHO 2023)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B4332"/>
                </a:solidFill>
              </a:rPr>
              <a:t>Our Solution: Multi-Agent Architecture</a:t>
            </a:r>
          </a:p>
        </p:txBody>
      </p:sp>
      <p:sp>
        <p:nvSpPr>
          <p:cNvPr id="100008" name="Orch"/>
          <p:cNvSpPr txBox="1"/>
          <p:nvPr/>
        </p:nvSpPr>
        <p:spPr>
          <a:xfrm xmlns:a="http://schemas.openxmlformats.org/drawingml/2006/main">
            <a:off x="2880000" y="900000"/>
            <a:ext cx="612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</a:rPr>
              <a:t>🤖 NutritionAgentOrchestrator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</a:rPr>
              <a:t>(Intent Router + Conversation Manager)</a:t>
            </a:r>
          </a:p>
        </p:txBody>
      </p:sp>
      <p:sp>
        <p:nvSpPr>
          <p:cNvPr id="100009" name="Agent1"/>
          <p:cNvSpPr txBox="1"/>
          <p:nvPr/>
        </p:nvSpPr>
        <p:spPr>
          <a:xfrm xmlns:a="http://schemas.openxmlformats.org/drawingml/2006/main">
            <a:off x="180000" y="1800000"/>
            <a:ext cx="27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🧠 Nutrition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Knowledge Agent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RAG + USDA API</a:t>
            </a:r>
          </a:p>
        </p:txBody>
      </p:sp>
      <p:sp>
        <p:nvSpPr>
          <p:cNvPr id="100010" name="Agent2"/>
          <p:cNvSpPr txBox="1"/>
          <p:nvPr/>
        </p:nvSpPr>
        <p:spPr>
          <a:xfrm xmlns:a="http://schemas.openxmlformats.org/drawingml/2006/main">
            <a:off x="3060000" y="180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🥗 Diet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Recommendation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11" name="Agent3"/>
          <p:cNvSpPr txBox="1"/>
          <p:nvPr/>
        </p:nvSpPr>
        <p:spPr>
          <a:xfrm xmlns:a="http://schemas.openxmlformats.org/drawingml/2006/main">
            <a:off x="5940000" y="180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🏥 Health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Advisory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12" name="Agent4"/>
          <p:cNvSpPr txBox="1"/>
          <p:nvPr/>
        </p:nvSpPr>
        <p:spPr>
          <a:xfrm xmlns:a="http://schemas.openxmlformats.org/drawingml/2006/main">
            <a:off x="8820000" y="1800000"/>
            <a:ext cx="27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📊 Food Log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&amp; Feedback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13" name="Stack"/>
          <p:cNvSpPr txBox="1"/>
          <p:nvPr/>
        </p:nvSpPr>
        <p:spPr>
          <a:xfrm xmlns:a="http://schemas.openxmlformats.org/drawingml/2006/main">
            <a:off x="360000" y="3240000"/>
            <a:ext cx="111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GROQ API (openai/gpt-oss-20b)  |  USDA FoodData Central  |  Whisper STT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B4332"/>
                </a:solidFill>
              </a:rPr>
              <a:t>Key Features</a:t>
            </a:r>
          </a:p>
        </p:txBody>
      </p:sp>
      <p:sp>
        <p:nvSpPr>
          <p:cNvPr id="100015" name="F1"/>
          <p:cNvSpPr txBox="1"/>
          <p:nvPr/>
        </p:nvSpPr>
        <p:spPr>
          <a:xfrm xmlns:a="http://schemas.openxmlformats.org/drawingml/2006/main">
            <a:off x="180000" y="900000"/>
            <a:ext cx="54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✅ Personalized Diet Plans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Meals based on age, BMI, conditions, allergies, cultural preferences, and fitness goals using Mifflin-St Jeor TDEE calculation</a:t>
            </a:r>
          </a:p>
        </p:txBody>
      </p:sp>
      <p:sp>
        <p:nvSpPr>
          <p:cNvPr id="100016" name="F2"/>
          <p:cNvSpPr txBox="1"/>
          <p:nvPr/>
        </p:nvSpPr>
        <p:spPr>
          <a:xfrm xmlns:a="http://schemas.openxmlformats.org/drawingml/2006/main">
            <a:off x="5940000" y="900000"/>
            <a:ext cx="55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✅ Food Data RAG Retrieval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USDA FoodData Central API fetches verified nutrition data (calories, macros, vitamins) with LLM-powered summarization</a:t>
            </a:r>
          </a:p>
        </p:txBody>
      </p:sp>
      <p:sp>
        <p:nvSpPr>
          <p:cNvPr id="100017" name="F3"/>
          <p:cNvSpPr txBox="1"/>
          <p:nvPr/>
        </p:nvSpPr>
        <p:spPr>
          <a:xfrm xmlns:a="http://schemas.openxmlformats.org/drawingml/2006/main">
            <a:off x="180000" y="2340000"/>
            <a:ext cx="54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✅ Diet Tracking &amp; Feedback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Log meals via text, voice (Whisper), or image description. Get instant DRI-based nutritional analysis and daily/weekly reports</a:t>
            </a:r>
          </a:p>
        </p:txBody>
      </p:sp>
      <p:sp>
        <p:nvSpPr>
          <p:cNvPr id="100018" name="F4"/>
          <p:cNvSpPr txBox="1"/>
          <p:nvPr/>
        </p:nvSpPr>
        <p:spPr>
          <a:xfrm xmlns:a="http://schemas.openxmlformats.org/drawingml/2006/main">
            <a:off x="5940000" y="2340000"/>
            <a:ext cx="55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✅ Preventive Health Focus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Chronic disease management (diabetes, hypertension, heart disease), sports nutrition, gut health, mental health nutrition</a:t>
            </a:r>
          </a:p>
        </p:txBody>
      </p:sp>
      <p:sp>
        <p:nvSpPr>
          <p:cNvPr id="100019" name="F5"/>
          <p:cNvSpPr txBox="1"/>
          <p:nvPr/>
        </p:nvSpPr>
        <p:spPr>
          <a:xfrm xmlns:a="http://schemas.openxmlformats.org/drawingml/2006/main">
            <a:off x="180000" y="3780000"/>
            <a:ext cx="11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✅ Visualization Dashboard: ASCII terminal + HTML web dashboard with progress bars, deficiency alerts, and weekly trend charts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0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B4332"/>
                </a:solidFill>
              </a:rPr>
              <a:t>Technology Stack</a:t>
            </a:r>
          </a:p>
        </p:txBody>
      </p:sp>
      <p:sp>
        <p:nvSpPr>
          <p:cNvPr id="100021" name="Col1Title"/>
          <p:cNvSpPr txBox="1"/>
          <p:nvPr/>
        </p:nvSpPr>
        <p:spPr>
          <a:xfrm xmlns:a="http://schemas.openxmlformats.org/drawingml/2006/main">
            <a:off x="180000" y="900000"/>
            <a:ext cx="34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</a:rPr>
              <a:t>LLM &amp; AI</a:t>
            </a:r>
          </a:p>
        </p:txBody>
      </p:sp>
      <p:sp>
        <p:nvSpPr>
          <p:cNvPr id="100022" name="Col1Body"/>
          <p:cNvSpPr txBox="1"/>
          <p:nvPr/>
        </p:nvSpPr>
        <p:spPr>
          <a:xfrm xmlns:a="http://schemas.openxmlformats.org/drawingml/2006/main">
            <a:off x="180000" y="1368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GROQ API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Model: openai/gpt-oss-20b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Whisper: whisper-large-v3-turbo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Speech-to-Text for voice logging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Temperature: 0.7 (balanced)</a:t>
            </a:r>
          </a:p>
        </p:txBody>
      </p:sp>
      <p:sp>
        <p:nvSpPr>
          <p:cNvPr id="100023" name="Col2Title"/>
          <p:cNvSpPr txBox="1"/>
          <p:nvPr/>
        </p:nvSpPr>
        <p:spPr>
          <a:xfrm xmlns:a="http://schemas.openxmlformats.org/drawingml/2006/main">
            <a:off x="3960000" y="900000"/>
            <a:ext cx="34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</a:rPr>
              <a:t>Data &amp; APIs</a:t>
            </a:r>
          </a:p>
        </p:txBody>
      </p:sp>
      <p:sp>
        <p:nvSpPr>
          <p:cNvPr id="100024" name="Col2Body"/>
          <p:cNvSpPr txBox="1"/>
          <p:nvPr/>
        </p:nvSpPr>
        <p:spPr>
          <a:xfrm xmlns:a="http://schemas.openxmlformats.org/drawingml/2006/main">
            <a:off x="3960000" y="1368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USDA FoodData Central API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1M+ food items database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Official government nutrition data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RESTful API integration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RAG (Retrieval-Augmented Gen)</a:t>
            </a:r>
          </a:p>
        </p:txBody>
      </p:sp>
      <p:sp>
        <p:nvSpPr>
          <p:cNvPr id="100025" name="Col3Title"/>
          <p:cNvSpPr txBox="1"/>
          <p:nvPr/>
        </p:nvSpPr>
        <p:spPr>
          <a:xfrm xmlns:a="http://schemas.openxmlformats.org/drawingml/2006/main">
            <a:off x="7740000" y="900000"/>
            <a:ext cx="37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</a:rPr>
              <a:t>Framework</a:t>
            </a:r>
          </a:p>
        </p:txBody>
      </p:sp>
      <p:sp>
        <p:nvSpPr>
          <p:cNvPr id="100026" name="Col3Body"/>
          <p:cNvSpPr txBox="1"/>
          <p:nvPr/>
        </p:nvSpPr>
        <p:spPr>
          <a:xfrm xmlns:a="http://schemas.openxmlformats.org/drawingml/2006/main">
            <a:off x="7740000" y="1368000"/>
            <a:ext cx="37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Python 3.9+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Multi-Agent Orchestrator Pattern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Flask (REST API ready)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ASCII + HTML Dashboards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• IBM Cloud Deployment Ready</a:t>
            </a:r>
          </a:p>
        </p:txBody>
      </p:sp>
      <p:sp>
        <p:nvSpPr>
          <p:cNvPr id="100027" name="APIKeys"/>
          <p:cNvSpPr txBox="1"/>
          <p:nvPr/>
        </p:nvSpPr>
        <p:spPr>
          <a:xfrm xmlns:a="http://schemas.openxmlformats.org/drawingml/2006/main">
            <a:off x="180000" y="3420000"/>
            <a:ext cx="113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GROQ API Key: gsk_ljXyqJ***  |  USDA API Key: BZd9Rb***  |  Both configured via .env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8" name="SlideTitle"/>
          <p:cNvSpPr txBox="1"/>
          <p:nvPr/>
        </p:nvSpPr>
        <p:spPr>
          <a:xfrm xmlns:a="http://schemas.openxmlformats.org/drawingml/2006/main">
            <a:off x="360000" y="180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B4332"/>
                </a:solidFill>
              </a:rPr>
              <a:t>How It Works — Demo Flow</a:t>
            </a:r>
          </a:p>
        </p:txBody>
      </p:sp>
      <p:sp>
        <p:nvSpPr>
          <p:cNvPr id="100029" name="Step1"/>
          <p:cNvSpPr txBox="1"/>
          <p:nvPr/>
        </p:nvSpPr>
        <p:spPr>
          <a:xfrm xmlns:a="http://schemas.openxmlformats.org/drawingml/2006/main">
            <a:off x="180000" y="900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1️⃣ User Onboarding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Enter profile: age, weight, health conditions, allergies, dietary preferences, fitness goals</a:t>
            </a:r>
          </a:p>
        </p:txBody>
      </p:sp>
      <p:sp>
        <p:nvSpPr>
          <p:cNvPr id="100030" name="Step2"/>
          <p:cNvSpPr txBox="1"/>
          <p:nvPr/>
        </p:nvSpPr>
        <p:spPr>
          <a:xfrm xmlns:a="http://schemas.openxmlformats.org/drawingml/2006/main">
            <a:off x="5940000" y="900000"/>
            <a:ext cx="55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2️⃣ Intent Classification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Orchestrator routes query to the right agent using GROQ-powered intent detection</a:t>
            </a:r>
          </a:p>
        </p:txBody>
      </p:sp>
      <p:sp>
        <p:nvSpPr>
          <p:cNvPr id="100031" name="Step3"/>
          <p:cNvSpPr txBox="1"/>
          <p:nvPr/>
        </p:nvSpPr>
        <p:spPr>
          <a:xfrm xmlns:a="http://schemas.openxmlformats.org/drawingml/2006/main">
            <a:off x="180000" y="2232000"/>
            <a:ext cx="54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3️⃣ Agent Processing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Specialized agents fetch USDA data + generate LLM-powered personalized advice</a:t>
            </a:r>
          </a:p>
        </p:txBody>
      </p:sp>
      <p:sp>
        <p:nvSpPr>
          <p:cNvPr id="100032" name="Step4"/>
          <p:cNvSpPr txBox="1"/>
          <p:nvPr/>
        </p:nvSpPr>
        <p:spPr>
          <a:xfrm xmlns:a="http://schemas.openxmlformats.org/drawingml/2006/main">
            <a:off x="5940000" y="2232000"/>
            <a:ext cx="55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4️⃣ Meal Logging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Log meals via text/voice/image description → real-time nutritional analysis vs DRI</a:t>
            </a:r>
          </a:p>
        </p:txBody>
      </p:sp>
      <p:sp>
        <p:nvSpPr>
          <p:cNvPr id="100033" name="Step5"/>
          <p:cNvSpPr txBox="1"/>
          <p:nvPr/>
        </p:nvSpPr>
        <p:spPr>
          <a:xfrm xmlns:a="http://schemas.openxmlformats.org/drawingml/2006/main">
            <a:off x="180000" y="3528000"/>
            <a:ext cx="113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5️⃣ Dashboard &amp; Insights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Visual progress dashboard with nutrient bars, deficiency alerts, weekly trends, and AI recommendations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B4332"/>
        </a:solidFill>
      </p:bgPr>
    </p:bg>
    <p:spTree>
      <p:nvGrpSpPr>
        <p:cNvPr id="1" name=""/>
        <p:cNvGrpSpPr/>
        <p:nvPr/>
      </p:nvGrpSpPr>
      <p:grpSpPr/>
      <p:sp>
        <p:nvSpPr>
          <p:cNvPr id="100034" name="SlideTitle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2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00035" name="Sub"/>
          <p:cNvSpPr txBox="1"/>
          <p:nvPr/>
        </p:nvSpPr>
        <p:spPr>
          <a:xfrm xmlns:a="http://schemas.openxmlformats.org/drawingml/2006/main">
            <a:off x="720000" y="23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A7F3D0"/>
                </a:solidFill>
              </a:rPr>
              <a:t>🥗 AI-Powered Nutrition Agent | IBM Hackathon 2025</a:t>
            </a:r>
          </a:p>
        </p:txBody>
      </p:sp>
      <p:sp>
        <p:nvSpPr>
          <p:cNvPr id="100036" name="Links"/>
          <p:cNvSpPr txBox="1"/>
          <p:nvPr/>
        </p:nvSpPr>
        <p:spPr>
          <a:xfrm xmlns:a="http://schemas.openxmlformats.org/drawingml/2006/main">
            <a:off x="1080000" y="3420000"/>
            <a:ext cx="97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6EE7B7"/>
                </a:solidFill>
              </a:rPr>
              <a:t>GitHub Repository: github.com/vaibhavsh944/nutrition-agent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6EE7B7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600">
                <a:solidFill>
                  <a:srgbClr val="6EE7B7"/>
                </a:solidFill>
              </a:rPr>
              <a:t>Built with: GROQ API | USDA FoodData Central | Python Multi-Agent System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2026-09-23T17:52:00Z</dcterms:created>
  <cp:lastModifiedBy>OfficeCLI</cp:lastModifiedBy>
  <dcterms:modified xsi:type="dcterms:W3CDTF">2026-09-23T17:52:00Z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2026-09-23T18:02:22Z</vt:lpwstr>
  </op:property>
</op:Properties>
</file>